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d9b9c31dae41ef" /><Relationship Type="http://schemas.openxmlformats.org/officeDocument/2006/relationships/extended-properties" Target="/docProps/app.xml" Id="R233b911bf5724ac6" /><Relationship Type="http://schemas.openxmlformats.org/officeDocument/2006/relationships/officeDocument" Target="/ppt/presentation.xml" Id="Rd3a036c764c746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0ae18329644ec1"/>
  </p:sldMasterIdLst>
  <p:notesMasterIdLst>
    <p:notesMasterId xmlns:r="http://schemas.openxmlformats.org/officeDocument/2006/relationships" r:id="Rdd195af0d5da487e"/>
  </p:notesMasterIdLst>
  <p:sldIdLst>
    <p:sldId xmlns:r="http://schemas.openxmlformats.org/officeDocument/2006/relationships" id="256" r:id="R2df0299ac6694261"/>
    <p:sldId xmlns:r="http://schemas.openxmlformats.org/officeDocument/2006/relationships" id="257" r:id="R7e959ec94f72498d"/>
    <p:sldId xmlns:r="http://schemas.openxmlformats.org/officeDocument/2006/relationships" id="258" r:id="R81067a9046a34a99"/>
    <p:sldId xmlns:r="http://schemas.openxmlformats.org/officeDocument/2006/relationships" id="259" r:id="R437f1942af72446e"/>
    <p:sldId xmlns:r="http://schemas.openxmlformats.org/officeDocument/2006/relationships" id="260" r:id="R4b442fa46e7f4e67"/>
    <p:sldId xmlns:r="http://schemas.openxmlformats.org/officeDocument/2006/relationships" id="261" r:id="R7a2bd1134a8c40f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c8fbc6bd1b64f92" /><Relationship Type="http://schemas.openxmlformats.org/officeDocument/2006/relationships/slideMaster" Target="/ppt/slideMasters/slideMaster1.xml" Id="R3a0ae18329644ec1" /><Relationship Type="http://schemas.openxmlformats.org/officeDocument/2006/relationships/notesMaster" Target="/ppt/notesMasters/notesMaster1.xml" Id="Rdd195af0d5da487e" /><Relationship Type="http://schemas.openxmlformats.org/officeDocument/2006/relationships/presProps" Target="/ppt/presProps.xml" Id="Rdf7f047e163848d0" /><Relationship Type="http://schemas.openxmlformats.org/officeDocument/2006/relationships/tableStyles" Target="/ppt/tableStyles.xml" Id="R519fc3c1df674a2b" /><Relationship Type="http://schemas.openxmlformats.org/officeDocument/2006/relationships/slide" Target="/ppt/slides/slide1.xml" Id="R2df0299ac6694261" /><Relationship Type="http://schemas.openxmlformats.org/officeDocument/2006/relationships/slide" Target="/ppt/slides/slide2.xml" Id="R7e959ec94f72498d" /><Relationship Type="http://schemas.openxmlformats.org/officeDocument/2006/relationships/slide" Target="/ppt/slides/slide3.xml" Id="R81067a9046a34a99" /><Relationship Type="http://schemas.openxmlformats.org/officeDocument/2006/relationships/slide" Target="/ppt/slides/slide4.xml" Id="R437f1942af72446e" /><Relationship Type="http://schemas.openxmlformats.org/officeDocument/2006/relationships/slide" Target="/ppt/slides/slide5.xml" Id="R4b442fa46e7f4e67" /><Relationship Type="http://schemas.openxmlformats.org/officeDocument/2006/relationships/slide" Target="/ppt/slides/slide6.xml" Id="R7a2bd1134a8c40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98708794e349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48c6007b48f4ca1" /><Relationship Type="http://schemas.openxmlformats.org/officeDocument/2006/relationships/notesMaster" Target="/ppt/notesMasters/notesMaster1.xml" Id="R46ceb7abd9364b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0f2e458b9a48ff" /><Relationship Type="http://schemas.openxmlformats.org/officeDocument/2006/relationships/notesMaster" Target="/ppt/notesMasters/notesMaster1.xml" Id="R63696e4cd7d948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692a2ef659425b" /><Relationship Type="http://schemas.openxmlformats.org/officeDocument/2006/relationships/notesMaster" Target="/ppt/notesMasters/notesMaster1.xml" Id="Rbc60c87548de41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076d0dd28f4b0b" /><Relationship Type="http://schemas.openxmlformats.org/officeDocument/2006/relationships/notesMaster" Target="/ppt/notesMasters/notesMaster1.xml" Id="R21309ed513fc4c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26de25bb6b47e5" /><Relationship Type="http://schemas.openxmlformats.org/officeDocument/2006/relationships/notesMaster" Target="/ppt/notesMasters/notesMaster1.xml" Id="R21837b86308d41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12081dd8255462b" /><Relationship Type="http://schemas.openxmlformats.org/officeDocument/2006/relationships/notesMaster" Target="/ppt/notesMasters/notesMaster1.xml" Id="R9310289a206c459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cross_talker_generalization/analysis_update_2026-09-17/si_diagnostics/figures/AN19_SBI_base_similarity_all_participants_test_train_ratio.png</a:t>
            </a:r>
          </a:p>
          <a:p xmlns:a="http://schemas.openxmlformats.org/drawingml/2006/main">
            <a:r>
              <a:t>Each point shows a participant-held-out fold. Black markers show three-fold means with descriptive 95% fold-bootstrap intervals. The horizontal line marks equal training and test mean log loss. Scores use the same training-fitted model and frozen scaling with random effects set to zero. These plots use the existing fixed-distance predictor. A near-one mean does not establish absence of overfitting.</a:t>
            </a:r>
          </a:p>
          <a:p xmlns:a="http://schemas.openxmlformats.org/drawingml/2006/main">
            <a:r>
              <a:t>Interpretation: cross_talker_generalization/analysis_update_2026-09-18/sbi_diagnostic_review/README.md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cross_talker_generalization/analysis_update_2026-09-17/si_diagnostics/figures/AN19_SBI_ft_similarity_all_participants_test_train_ratio.png</a:t>
            </a:r>
          </a:p>
          <a:p xmlns:a="http://schemas.openxmlformats.org/drawingml/2006/main">
            <a:r>
              <a:t>Each point shows a participant-held-out fold. Black markers show three-fold means with descriptive 95% fold-bootstrap intervals. The horizontal line marks equal training and test mean log loss. Scores use the same training-fitted model and frozen scaling with random effects set to zero. These plots use the existing fixed-distance predictor. A near-one mean does not establish absence of overfitting.</a:t>
            </a:r>
          </a:p>
          <a:p xmlns:a="http://schemas.openxmlformats.org/drawingml/2006/main">
            <a:r>
              <a:t>Interpretation: cross_talker_generalization/analysis_update_2026-09-18/sbi_diagnostic_review/README.md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cross_talker_generalization/analysis_update_2026-09-17/si_diagnostics/figures/X21_SBI_base_similarity_all_participants_test_train_ratio.png</a:t>
            </a:r>
          </a:p>
          <a:p xmlns:a="http://schemas.openxmlformats.org/drawingml/2006/main">
            <a:r>
              <a:t>Each point shows a participant-held-out fold. Black markers show three-fold means with descriptive 95% fold-bootstrap intervals. The horizontal line marks equal training and test mean log loss. Scores use the same training-fitted model and frozen scaling with random effects set to zero. These plots use the existing fixed-distance predictor. A near-one mean does not establish absence of overfitting.</a:t>
            </a:r>
          </a:p>
          <a:p xmlns:a="http://schemas.openxmlformats.org/drawingml/2006/main">
            <a:r>
              <a:t>Interpretation: cross_talker_generalization/analysis_update_2026-09-18/sbi_diagnostic_review/README.md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cross_talker_generalization/analysis_update_2026-09-17/si_diagnostics/figures/X21_SBI_ft_similarity_all_participants_test_train_ratio.png</a:t>
            </a:r>
          </a:p>
          <a:p xmlns:a="http://schemas.openxmlformats.org/drawingml/2006/main">
            <a:r>
              <a:t>Each point shows a participant-held-out fold. Black markers show three-fold means with descriptive 95% fold-bootstrap intervals. The horizontal line marks equal training and test mean log loss. Scores use the same training-fitted model and frozen scaling with random effects set to zero. These plots use the existing fixed-distance predictor. A near-one mean does not establish absence of overfitting.</a:t>
            </a:r>
          </a:p>
          <a:p xmlns:a="http://schemas.openxmlformats.org/drawingml/2006/main">
            <a:r>
              <a:t>Interpretation: cross_talker_generalization/analysis_update_2026-09-18/sbi_diagnostic_review/README.md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cross_talker_generalization/analysis_update_2026-09-17/si_diagnostics/figures/B23_SBI_base_similarity_all_participants_test_train_ratio.png</a:t>
            </a:r>
          </a:p>
          <a:p xmlns:a="http://schemas.openxmlformats.org/drawingml/2006/main">
            <a:r>
              <a:t>Each point shows a participant-held-out fold. Black markers show three-fold means with descriptive 95% fold-bootstrap intervals. The horizontal line marks equal training and test mean log loss. Scores use the same training-fitted model and frozen scaling with random effects set to zero. These plots use the existing fixed-distance predictor. A near-one mean does not establish absence of overfitting.</a:t>
            </a:r>
          </a:p>
          <a:p xmlns:a="http://schemas.openxmlformats.org/drawingml/2006/main">
            <a:r>
              <a:t>Interpretation: cross_talker_generalization/analysis_update_2026-09-18/sbi_diagnostic_review/README.md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cross_talker_generalization/analysis_update_2026-09-17/si_diagnostics/figures/B23_SBI_ft_similarity_all_participants_test_train_ratio.png</a:t>
            </a:r>
          </a:p>
          <a:p xmlns:a="http://schemas.openxmlformats.org/drawingml/2006/main">
            <a:r>
              <a:t>Each point shows a participant-held-out fold. Black markers show three-fold means with descriptive 95% fold-bootstrap intervals. The horizontal line marks equal training and test mean log loss. Scores use the same training-fitted model and frozen scaling with random effects set to zero. These plots use the existing fixed-distance predictor. A near-one mean does not establish absence of overfitting.</a:t>
            </a:r>
          </a:p>
          <a:p xmlns:a="http://schemas.openxmlformats.org/drawingml/2006/main">
            <a:r>
              <a:t>Interpretation: cross_talker_generalization/analysis_update_2026-09-18/sbi_diagnostic_review/README.md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fa1abc86dc40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e96427627cf4208" /><Relationship Type="http://schemas.openxmlformats.org/officeDocument/2006/relationships/slideLayout" Target="/ppt/slideLayouts/slideLayout1.xml" Id="Rb446f701b55445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46f701b55445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9413bd5b542a7" /><Relationship Type="http://schemas.openxmlformats.org/officeDocument/2006/relationships/image" Target="/ppt/media/image.png" Id="R47bc15e2c85f45b5" /><Relationship Type="http://schemas.openxmlformats.org/officeDocument/2006/relationships/notesSlide" Target="/ppt/notesSlides/notesSlide1.xml" Id="Ra9160d2d30894b5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811a81412946d3" /><Relationship Type="http://schemas.openxmlformats.org/officeDocument/2006/relationships/image" Target="/ppt/media/image2.png" Id="Rc72a3bf4cd5b44b9" /><Relationship Type="http://schemas.openxmlformats.org/officeDocument/2006/relationships/notesSlide" Target="/ppt/notesSlides/notesSlide2.xml" Id="R65e0eda5b30b4b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cff1cb23034756" /><Relationship Type="http://schemas.openxmlformats.org/officeDocument/2006/relationships/image" Target="/ppt/media/image3.png" Id="R58b8ab1e3dcf4cf9" /><Relationship Type="http://schemas.openxmlformats.org/officeDocument/2006/relationships/notesSlide" Target="/ppt/notesSlides/notesSlide3.xml" Id="R7b32e36ebb464b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405c9bb9744713" /><Relationship Type="http://schemas.openxmlformats.org/officeDocument/2006/relationships/image" Target="/ppt/media/image4.png" Id="Rb8bf7f3a73bd472f" /><Relationship Type="http://schemas.openxmlformats.org/officeDocument/2006/relationships/notesSlide" Target="/ppt/notesSlides/notesSlide4.xml" Id="R29c4d0efc89d4a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25569079e146e8" /><Relationship Type="http://schemas.openxmlformats.org/officeDocument/2006/relationships/image" Target="/ppt/media/image5.png" Id="Ra543c7687e9d458b" /><Relationship Type="http://schemas.openxmlformats.org/officeDocument/2006/relationships/notesSlide" Target="/ppt/notesSlides/notesSlide5.xml" Id="R33239c2b280e40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ca4d35bb3e4a53" /><Relationship Type="http://schemas.openxmlformats.org/officeDocument/2006/relationships/image" Target="/ppt/media/image6.png" Id="Rac3149b23d464da2" /><Relationship Type="http://schemas.openxmlformats.org/officeDocument/2006/relationships/notesSlide" Target="/ppt/notesSlides/notesSlide6.xml" Id="R1f2acea634c744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bc15e2c85f45b5"/>
          <a:stretch xmlns:a="http://schemas.openxmlformats.org/drawingml/2006/main"/>
        </p:blipFill>
        <p:spPr>
          <a:xfrm xmlns:a="http://schemas.openxmlformats.org/drawingml/2006/main">
            <a:off x="228600" y="364913"/>
            <a:ext cx="11734800" cy="6128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806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a3bf4cd5b44b9"/>
          <a:stretch xmlns:a="http://schemas.openxmlformats.org/drawingml/2006/main"/>
        </p:blipFill>
        <p:spPr>
          <a:xfrm xmlns:a="http://schemas.openxmlformats.org/drawingml/2006/main">
            <a:off x="228600" y="364913"/>
            <a:ext cx="11734800" cy="6128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0112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b8ab1e3dcf4cf9"/>
          <a:stretch xmlns:a="http://schemas.openxmlformats.org/drawingml/2006/main"/>
        </p:blipFill>
        <p:spPr>
          <a:xfrm xmlns:a="http://schemas.openxmlformats.org/drawingml/2006/main">
            <a:off x="228600" y="364913"/>
            <a:ext cx="11734800" cy="6128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20201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bf7f3a73bd472f"/>
          <a:stretch xmlns:a="http://schemas.openxmlformats.org/drawingml/2006/main"/>
        </p:blipFill>
        <p:spPr>
          <a:xfrm xmlns:a="http://schemas.openxmlformats.org/drawingml/2006/main">
            <a:off x="228600" y="364913"/>
            <a:ext cx="11734800" cy="6128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4623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3c7687e9d458b"/>
          <a:stretch xmlns:a="http://schemas.openxmlformats.org/drawingml/2006/main"/>
        </p:blipFill>
        <p:spPr>
          <a:xfrm xmlns:a="http://schemas.openxmlformats.org/drawingml/2006/main">
            <a:off x="228600" y="364913"/>
            <a:ext cx="11734800" cy="6128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262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3149b23d464da2"/>
          <a:stretch xmlns:a="http://schemas.openxmlformats.org/drawingml/2006/main"/>
        </p:blipFill>
        <p:spPr>
          <a:xfrm xmlns:a="http://schemas.openxmlformats.org/drawingml/2006/main">
            <a:off x="228600" y="364913"/>
            <a:ext cx="11734800" cy="612817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863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2026-09-18T07:11:46.5080000Z</dcterms:created>
  <dcterms:modified xsi:type="dcterms:W3CDTF">2026-09-18T07:11:46.5080000Z</dcterms:modified>
</coreProperties>
</file>